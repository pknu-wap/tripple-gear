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1" r:id="rId4"/>
    <p:sldId id="266" r:id="rId5"/>
    <p:sldId id="26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2D18D-70DA-6C40-41AC-0B888A9B8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56AA08-9350-DE00-A6E9-6D16B11B6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E39DB1-CA94-2C8F-7DDD-0F7F69D6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910210-A14A-94FC-F94B-9EC3363D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083CD-0517-AA8C-B9F4-8C1B7939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82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98171-C66B-26EF-10D0-779C3944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CA151-CE1C-7026-46EC-6649332BA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E81717-77A5-91C5-5C96-F16EF41B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C5E8C-8810-DB1E-9F7B-B7897CC8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F5E8A9-B41A-460F-98C7-6AA7E352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7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56C3B-836D-300E-AE1F-848BE0C1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4EA57F-ADB0-BB0C-7140-C6594A6D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4CC60-3F0B-C202-F3B5-162A0A1C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FC755-E8BE-C86F-DAB9-224F25E9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EC844-7F0C-9299-F2F7-B8FEFD69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12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01FFB-28C1-9206-A602-FE754B14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F3DE4-55EA-D893-F509-DE108C3CF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B38840-6269-AD1A-1896-91B269A9E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CB523-E01A-40F9-6333-FD083DE2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74DCCC-E372-7099-BE49-32953CEC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078528-CE7F-1F26-8BA1-D74C8199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05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A6D54-578A-27BA-5CB0-662683B2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349D47-21BE-0F69-90A1-899464DAF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B32CAF-F32C-9970-7B5E-F753825A1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F0AC9E-94BF-8903-3343-21FDF75FE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B1B9D2-5BE2-BB2C-F7A6-341D11FF0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A14B55-D985-9D22-53CC-E55921D3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431D9A-D87B-23B5-ED25-D44A136A1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6BED76-0E84-0CF4-0E5D-E08F799E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14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51DE8-1673-61BF-9CF4-55409F00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4CFED3-EC8E-2F57-D166-FF286F92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06BAF7-7DC4-74B4-FAA7-7C209BB1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73B70-89BE-6457-95C5-2EEAFC06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91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EDFC36-F051-D58A-F0A3-0C5C08D0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FA07E3-B8D7-E0C8-C406-45D06FC2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AC5C7C-F8AD-711E-752F-F6BB2766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07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913EF-2F6E-1F6F-7A48-7F0EEF330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76C63-518A-782D-8A0B-FDBBB6491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AFB362-EB49-9E64-F48F-261706AF1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70831F-62B7-8436-C32F-7FA09EBA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F59DA6-DB0A-125B-46DB-7F86577B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A9F5D-5F6B-BC2D-0C0E-EE01AFDC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71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A5477-9A87-08DC-2E5F-E3B76982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A8340B-7F69-101F-A54F-B72F417B1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F00964-BD31-91F9-901E-55A8CC9BE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0D00D1-8A96-ACAF-254D-1FE033DD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870DBF-E99F-42F5-8D22-0A67EA11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BFBDD-5B46-047E-3C3B-C3FB749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F8468-EFE4-2215-4103-9047883A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E8CAF5-BF1A-899D-B1E1-A1E46931C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6868FB-C1ED-3E44-F920-E750221B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21EB3-A9F5-AB77-6CC3-FDE250B5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774F2E-5564-9EB1-9A31-67F73E16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43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029552-BA11-6CAF-34B4-D122EAA95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6A1336-946A-C148-87F2-9C84FA239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5A6FC-1D1B-0609-8E08-7B98E771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F77BC8-7AC0-6195-B9CD-D9AF8490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6DE1F-759C-873B-4E8A-D24F6C5F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71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CA7B71-8298-903A-707E-9889CD69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8AA6F-EC76-90CE-E112-07E392BE0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BE7DC-4C51-EE16-D26B-2BD5AB764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CE9DB-322E-414E-B228-1672EE30E8F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E18E0-53A5-66EF-2601-7BB4397D2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70734-3E74-D683-CEB6-C72F39469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18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068CD-7350-36E9-11E6-6688E9AEF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2B10DA-1843-0262-982D-13A2FE8A016F}"/>
              </a:ext>
            </a:extLst>
          </p:cNvPr>
          <p:cNvSpPr txBox="1"/>
          <p:nvPr/>
        </p:nvSpPr>
        <p:spPr>
          <a:xfrm>
            <a:off x="4310896" y="2705725"/>
            <a:ext cx="35702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800" dirty="0"/>
              <a:t>주인공</a:t>
            </a:r>
            <a:endParaRPr lang="en-US" altLang="ko-KR" sz="8800" dirty="0"/>
          </a:p>
        </p:txBody>
      </p:sp>
    </p:spTree>
    <p:extLst>
      <p:ext uri="{BB962C8B-B14F-4D97-AF65-F5344CB8AC3E}">
        <p14:creationId xmlns:p14="http://schemas.microsoft.com/office/powerpoint/2010/main" val="26744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9C9C46-6C11-0456-8B1C-701032ED9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80" y="261937"/>
            <a:ext cx="3562350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F5D2E3-F9E6-91E7-E7C6-AF2C327E5F7C}"/>
              </a:ext>
            </a:extLst>
          </p:cNvPr>
          <p:cNvSpPr txBox="1"/>
          <p:nvPr/>
        </p:nvSpPr>
        <p:spPr>
          <a:xfrm>
            <a:off x="3620655" y="387927"/>
            <a:ext cx="451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 </a:t>
            </a:r>
            <a:r>
              <a:rPr lang="en-US" altLang="ko-KR" dirty="0"/>
              <a:t>: </a:t>
            </a:r>
            <a:r>
              <a:rPr lang="ko-KR" altLang="en-US" dirty="0" err="1"/>
              <a:t>아리사</a:t>
            </a:r>
            <a:endParaRPr lang="en-US" altLang="ko-KR" dirty="0"/>
          </a:p>
          <a:p>
            <a:r>
              <a:rPr lang="ko-KR" altLang="en-US" dirty="0"/>
              <a:t>계급 </a:t>
            </a:r>
            <a:r>
              <a:rPr lang="en-US" altLang="ko-KR" dirty="0"/>
              <a:t>: </a:t>
            </a:r>
            <a:r>
              <a:rPr lang="ko-KR" altLang="en-US" dirty="0"/>
              <a:t>중사</a:t>
            </a:r>
            <a:endParaRPr lang="en-US" altLang="ko-KR" dirty="0"/>
          </a:p>
          <a:p>
            <a:r>
              <a:rPr lang="ko-KR" altLang="en-US" dirty="0"/>
              <a:t>폭주하는 로봇들의 소굴을 진압하는 군인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59853-89B5-3E07-3D81-7F18DBB7B88E}"/>
              </a:ext>
            </a:extLst>
          </p:cNvPr>
          <p:cNvSpPr txBox="1"/>
          <p:nvPr/>
        </p:nvSpPr>
        <p:spPr>
          <a:xfrm>
            <a:off x="4935960" y="360442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Idle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3B8ADB1-2768-BEAF-66DE-34BAB1ED4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24" y="1675797"/>
            <a:ext cx="3294207" cy="18393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8DB745-8CDD-521A-8BDA-4C4C67917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55" y="1730189"/>
            <a:ext cx="3196793" cy="1784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644B4D-ED48-2D0C-2515-F6C430558731}"/>
              </a:ext>
            </a:extLst>
          </p:cNvPr>
          <p:cNvSpPr txBox="1"/>
          <p:nvPr/>
        </p:nvSpPr>
        <p:spPr>
          <a:xfrm>
            <a:off x="8074731" y="3683631"/>
            <a:ext cx="837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WASD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C9CED4-E29D-C4D6-BCCF-B3479E961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55" y="3973759"/>
            <a:ext cx="3196794" cy="17849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1D4954-8B4A-656C-980A-D1AAE5791FDF}"/>
              </a:ext>
            </a:extLst>
          </p:cNvPr>
          <p:cNvSpPr txBox="1"/>
          <p:nvPr/>
        </p:nvSpPr>
        <p:spPr>
          <a:xfrm>
            <a:off x="4756145" y="580805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mouse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92C22C-4A70-424C-ECD6-F3BC6E3931E1}"/>
              </a:ext>
            </a:extLst>
          </p:cNvPr>
          <p:cNvSpPr txBox="1"/>
          <p:nvPr/>
        </p:nvSpPr>
        <p:spPr>
          <a:xfrm>
            <a:off x="8381034" y="575870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hit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1019A3E-C600-F66C-4301-2BB40400FD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970" y="4189781"/>
            <a:ext cx="1489230" cy="16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0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0099-5AB5-2242-E02C-4CE5A6D5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CF7A298-6249-D886-1742-64F2240A4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80" y="261937"/>
            <a:ext cx="3562350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B86E7-71E9-881B-9853-25FC1BA0E2B8}"/>
              </a:ext>
            </a:extLst>
          </p:cNvPr>
          <p:cNvSpPr txBox="1"/>
          <p:nvPr/>
        </p:nvSpPr>
        <p:spPr>
          <a:xfrm>
            <a:off x="3620655" y="387927"/>
            <a:ext cx="451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 </a:t>
            </a:r>
            <a:r>
              <a:rPr lang="en-US" altLang="ko-KR" dirty="0"/>
              <a:t>: </a:t>
            </a:r>
            <a:r>
              <a:rPr lang="ko-KR" altLang="en-US" dirty="0" err="1"/>
              <a:t>아리사</a:t>
            </a:r>
            <a:endParaRPr lang="en-US" altLang="ko-KR" dirty="0"/>
          </a:p>
          <a:p>
            <a:r>
              <a:rPr lang="ko-KR" altLang="en-US" dirty="0"/>
              <a:t>계급 </a:t>
            </a:r>
            <a:r>
              <a:rPr lang="en-US" altLang="ko-KR" dirty="0"/>
              <a:t>: </a:t>
            </a:r>
            <a:r>
              <a:rPr lang="ko-KR" altLang="en-US" dirty="0"/>
              <a:t>중사</a:t>
            </a:r>
            <a:endParaRPr lang="en-US" altLang="ko-KR" dirty="0"/>
          </a:p>
          <a:p>
            <a:r>
              <a:rPr lang="ko-KR" altLang="en-US" dirty="0"/>
              <a:t>폭주하는 로봇들의 소굴을 진압하는 군인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F963D-2CF3-0EF7-6163-970E9B609772}"/>
              </a:ext>
            </a:extLst>
          </p:cNvPr>
          <p:cNvSpPr txBox="1"/>
          <p:nvPr/>
        </p:nvSpPr>
        <p:spPr>
          <a:xfrm>
            <a:off x="4935960" y="36044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6F484C-439C-936D-59CE-7E487ADD3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995" y="1245273"/>
            <a:ext cx="3904169" cy="2183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7D5AB2-372E-0E9C-768A-8B1E6CABDA6F}"/>
              </a:ext>
            </a:extLst>
          </p:cNvPr>
          <p:cNvSpPr txBox="1"/>
          <p:nvPr/>
        </p:nvSpPr>
        <p:spPr>
          <a:xfrm>
            <a:off x="8253942" y="3380852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 game motion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247F4D-FAC0-AF76-F56F-959BF3D94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238" y="1326736"/>
            <a:ext cx="2104035" cy="21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7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A220-2C44-61FA-D91D-685B566A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B8727EE-53F0-1E03-B509-D7986FF95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80" y="261937"/>
            <a:ext cx="3562350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6C57B8-62EA-150B-20A1-6F6BE77DEABA}"/>
              </a:ext>
            </a:extLst>
          </p:cNvPr>
          <p:cNvSpPr txBox="1"/>
          <p:nvPr/>
        </p:nvSpPr>
        <p:spPr>
          <a:xfrm>
            <a:off x="5181600" y="457200"/>
            <a:ext cx="16514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산데비스탄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 </a:t>
            </a:r>
            <a:r>
              <a:rPr lang="ko-KR" altLang="en-US" dirty="0" err="1"/>
              <a:t>우클릭</a:t>
            </a:r>
            <a:endParaRPr lang="en-US" altLang="ko-KR" dirty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47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D9A7-D561-FA47-233B-9F7EDFFF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D327F06-779A-86BC-F495-9D7CE6805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41" y="1241901"/>
            <a:ext cx="723900" cy="723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14A5B6-941F-25E6-2BFB-931C7903F052}"/>
              </a:ext>
            </a:extLst>
          </p:cNvPr>
          <p:cNvSpPr txBox="1"/>
          <p:nvPr/>
        </p:nvSpPr>
        <p:spPr>
          <a:xfrm>
            <a:off x="380709" y="2614733"/>
            <a:ext cx="15183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던파 비트비트체 TTF" panose="02000803000000000000" pitchFamily="2" charset="-127"/>
                <a:ea typeface="던파 비트비트체 TTF" panose="02000803000000000000" pitchFamily="2" charset="-127"/>
              </a:rPr>
              <a:t>30/</a:t>
            </a:r>
            <a:r>
              <a:rPr lang="ko-KR" altLang="en-US" sz="4800" dirty="0">
                <a:latin typeface="던파 비트비트체 TTF" panose="02000803000000000000" pitchFamily="2" charset="-127"/>
                <a:ea typeface="던파 비트비트체 TTF" panose="02000803000000000000" pitchFamily="2" charset="-127"/>
              </a:rPr>
              <a:t>∞</a:t>
            </a:r>
            <a:endParaRPr lang="ko-KR" altLang="en-US" sz="3600" dirty="0">
              <a:latin typeface="던파 비트비트체 TTF" panose="02000803000000000000" pitchFamily="2" charset="-127"/>
              <a:ea typeface="던파 비트비트체 TTF" panose="02000803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7B5E16-D623-7F13-9B78-E91087BA9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4" y="4398229"/>
            <a:ext cx="676275" cy="6762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A5C90D-18D2-BAD5-0538-943867D1E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853" y="4818562"/>
            <a:ext cx="2039438" cy="2039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46088-1F52-5DB9-CD32-F9E7285046DC}"/>
              </a:ext>
            </a:extLst>
          </p:cNvPr>
          <p:cNvSpPr txBox="1"/>
          <p:nvPr/>
        </p:nvSpPr>
        <p:spPr>
          <a:xfrm>
            <a:off x="1959585" y="1419185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하트 </a:t>
            </a:r>
            <a:r>
              <a:rPr lang="en-US" altLang="ko-KR" dirty="0"/>
              <a:t>: </a:t>
            </a:r>
            <a:r>
              <a:rPr lang="ko-KR" altLang="en-US" dirty="0"/>
              <a:t>주인공의 생명력을 표현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칸이다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C7F99-21B4-1E78-FE37-B5C0B0A40ADC}"/>
              </a:ext>
            </a:extLst>
          </p:cNvPr>
          <p:cNvSpPr txBox="1"/>
          <p:nvPr/>
        </p:nvSpPr>
        <p:spPr>
          <a:xfrm>
            <a:off x="1959585" y="2845565"/>
            <a:ext cx="7106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총알표시 </a:t>
            </a:r>
            <a:r>
              <a:rPr lang="en-US" altLang="ko-KR" dirty="0"/>
              <a:t>: </a:t>
            </a:r>
            <a:r>
              <a:rPr lang="ko-KR" altLang="en-US" dirty="0"/>
              <a:t>총알 </a:t>
            </a:r>
            <a:r>
              <a:rPr lang="ko-KR" altLang="en-US" dirty="0" err="1"/>
              <a:t>갯수를</a:t>
            </a:r>
            <a:r>
              <a:rPr lang="ko-KR" altLang="en-US" dirty="0"/>
              <a:t> 표현</a:t>
            </a:r>
            <a:r>
              <a:rPr lang="en-US" altLang="ko-KR" dirty="0"/>
              <a:t>, </a:t>
            </a:r>
            <a:r>
              <a:rPr lang="ko-KR" altLang="en-US" dirty="0"/>
              <a:t>탄창은 무한이나</a:t>
            </a:r>
            <a:r>
              <a:rPr lang="en-US" altLang="ko-KR" dirty="0"/>
              <a:t> </a:t>
            </a:r>
            <a:r>
              <a:rPr lang="ko-KR" altLang="en-US" dirty="0"/>
              <a:t>탄약은 제한이 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7C799-2008-632E-856D-E801BF64E6C1}"/>
              </a:ext>
            </a:extLst>
          </p:cNvPr>
          <p:cNvSpPr txBox="1"/>
          <p:nvPr/>
        </p:nvSpPr>
        <p:spPr>
          <a:xfrm>
            <a:off x="1899073" y="4504059"/>
            <a:ext cx="834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마우스 커서 </a:t>
            </a:r>
            <a:r>
              <a:rPr lang="en-US" altLang="ko-KR" dirty="0"/>
              <a:t>: </a:t>
            </a:r>
            <a:r>
              <a:rPr lang="ko-KR" altLang="en-US" dirty="0"/>
              <a:t>마우스 커서를 향해 총알을 쏜다</a:t>
            </a:r>
            <a:r>
              <a:rPr lang="en-US" altLang="ko-KR" dirty="0"/>
              <a:t>, </a:t>
            </a:r>
            <a:r>
              <a:rPr lang="ko-KR" altLang="en-US" dirty="0"/>
              <a:t>이때 좌클릭으로 총을 </a:t>
            </a:r>
            <a:r>
              <a:rPr lang="ko-KR" altLang="en-US" dirty="0" err="1"/>
              <a:t>쏠수있다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318FF-E0E8-4979-DCFD-0A89052E1224}"/>
              </a:ext>
            </a:extLst>
          </p:cNvPr>
          <p:cNvSpPr txBox="1"/>
          <p:nvPr/>
        </p:nvSpPr>
        <p:spPr>
          <a:xfrm>
            <a:off x="1899073" y="5653615"/>
            <a:ext cx="3645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탄환 </a:t>
            </a:r>
            <a:r>
              <a:rPr lang="en-US" altLang="ko-KR" dirty="0"/>
              <a:t>: </a:t>
            </a:r>
            <a:r>
              <a:rPr lang="ko-KR" altLang="en-US" dirty="0"/>
              <a:t>실제로 발사되는 오브젝트</a:t>
            </a:r>
          </a:p>
        </p:txBody>
      </p:sp>
    </p:spTree>
    <p:extLst>
      <p:ext uri="{BB962C8B-B14F-4D97-AF65-F5344CB8AC3E}">
        <p14:creationId xmlns:p14="http://schemas.microsoft.com/office/powerpoint/2010/main" val="3066840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75</Words>
  <Application>Microsoft Office PowerPoint</Application>
  <PresentationFormat>와이드스크린</PresentationFormat>
  <Paragraphs>21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던파 비트비트체 TTF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sungjun kim</dc:creator>
  <cp:lastModifiedBy>sungjun kim</cp:lastModifiedBy>
  <cp:revision>10</cp:revision>
  <dcterms:created xsi:type="dcterms:W3CDTF">2026-09-02T09:05:55Z</dcterms:created>
  <dcterms:modified xsi:type="dcterms:W3CDTF">2026-09-09T07:44:08Z</dcterms:modified>
</cp:coreProperties>
</file>