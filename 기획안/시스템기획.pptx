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50F46-AFBC-1775-B82E-AEDD067C2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3A73F2-E138-FB05-2E65-B3694CC16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78320-B98F-37A9-222E-5B68D7C4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80382-F6C2-EDA1-BDFA-52E374B3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C1644B-F260-5715-B7A1-8480B53E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132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CA550-13C6-8AA2-9961-49877FA0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A0B32D-F08D-EE23-BB2C-85B232D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DC46A-D8F5-A608-2090-88FC73AB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E6796E-E20A-02A8-BA04-93D115C7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C088B-B357-90D2-BA9E-7CBD02C4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75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E3917-CFFF-A888-DB1A-5FE7E2F6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1973DA-D0E9-FF02-E8E7-8E3571042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7F2FB1-7551-A11F-720B-BD12CD97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EEDCBA-F96D-AFCC-C5B9-3AF46943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C55084-7489-31D3-DA50-5CC24B0DD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69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008BC-BAFB-36F7-7C10-893A4A62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8CA492-8444-091F-4CE4-CCCEB6167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AD1ECE-5357-913D-9EC2-0365C54F1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B059D8-1E26-4073-FB64-15BA08412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F71DDA-F8DD-6C9A-AF67-108D45609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411A4E-8D77-75EC-84EF-F5F724BE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08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28037-946A-8585-5D8D-5CA32D8D3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F3CECF-2A50-0965-A72B-D86E2F615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201850-D0EB-CE58-17AF-6DAF31E68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EE804B-1595-6736-AB88-75304D425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81832C-3A31-14FF-C728-52F18EE87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2B309F-397E-6FA5-833F-BE37B724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A00EC5-7090-8B36-EDDA-6595C6A19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7218B6-87DF-0D78-1FDE-3B4A3D63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91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A3603-40E4-F3EF-2BD7-E937EEBC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7BF35E-F918-4952-7385-DD9F43BB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5058D-C89E-3385-A5C9-8CF950DE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FB8B26-709A-9E99-36A6-CE7ABE10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2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711C41-BD89-9159-2A58-67A7223B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1970FC-D745-5104-FBBF-36FBE0FD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70E84-0D4D-A1E3-EF45-25F162AB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94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A110D-FC01-7C1E-5FC9-5BEFC837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DC4E4-8F99-4131-95AA-68E410FC7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52450C-02A9-4D3B-0C6E-31C1966C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6702F3-598F-82E8-C6BB-931AB042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D56A04-B084-3E80-DD86-48A4592E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5F5ABA-81ED-9646-CA90-AA126A5C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14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44F68-80E2-4102-3DEF-1D233F7C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08D5F5-7855-9AE0-57CB-6BB2C76B9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DB3CD-B036-6BDB-C732-A3A4FDA53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6766CD-6CF3-EC53-D9FF-4964F27C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22EC72-0B21-4665-3996-16515959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D72306-F8D5-09F6-ACA6-4537F89C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87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A2D23-2DD1-3BC6-6558-D2B03F24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31478F-157E-4CE3-E1FA-58FEBA012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101E3-6890-B588-19F4-7BFF9DE9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5BCAE9-DCD7-0A84-6FF4-56CB8DAD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E5D3D-4030-9DFE-988D-1C82DAA1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83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0B6EF0-AD75-97B5-9C58-6903C7461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8F1C95-693B-26C5-E7BD-A6ED87A5F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F4EDD-CA44-649E-5D35-60FFBC91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A704A-1925-F32A-A988-41A06B97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1D16C9-185C-CC32-EB21-A8829FF8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07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AC6A32-CF76-F1DA-60D1-9FFEDF69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0CAE35-1DA6-F35F-D964-C63303C5E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BB36F2-B5F8-3D0C-528D-414C3A1A4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C6FD2-05A5-4469-8C66-5A607C3582E9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49B9B8-3621-E4E7-601A-6B02ABDBD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CDFF45-5361-3279-E05A-0908049E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DCA7E-4868-4876-B69F-90478CA93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56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D32075D-B323-AF83-D816-DFC931C71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85301"/>
              </p:ext>
            </p:extLst>
          </p:nvPr>
        </p:nvGraphicFramePr>
        <p:xfrm>
          <a:off x="64655" y="157018"/>
          <a:ext cx="6373092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2774">
                  <a:extLst>
                    <a:ext uri="{9D8B030D-6E8A-4147-A177-3AD203B41FA5}">
                      <a16:colId xmlns:a16="http://schemas.microsoft.com/office/drawing/2014/main" val="2808042640"/>
                    </a:ext>
                  </a:extLst>
                </a:gridCol>
                <a:gridCol w="4460318">
                  <a:extLst>
                    <a:ext uri="{9D8B030D-6E8A-4147-A177-3AD203B41FA5}">
                      <a16:colId xmlns:a16="http://schemas.microsoft.com/office/drawing/2014/main" val="3872187969"/>
                    </a:ext>
                  </a:extLst>
                </a:gridCol>
              </a:tblGrid>
              <a:tr h="1542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매니저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294643"/>
                  </a:ext>
                </a:extLst>
              </a:tr>
              <a:tr h="200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34379"/>
                  </a:ext>
                </a:extLst>
              </a:tr>
              <a:tr h="200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죽음 판정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HPmanager</a:t>
                      </a:r>
                      <a:r>
                        <a:rPr lang="ko-KR" altLang="en-US" dirty="0"/>
                        <a:t>을 통해 </a:t>
                      </a:r>
                      <a:r>
                        <a:rPr lang="ko-KR" altLang="en-US" dirty="0" err="1"/>
                        <a:t>죽었을때</a:t>
                      </a:r>
                      <a:r>
                        <a:rPr lang="ko-KR" altLang="en-US" dirty="0"/>
                        <a:t> 입력 방지 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895683"/>
                  </a:ext>
                </a:extLst>
              </a:tr>
              <a:tr h="200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 방지 판정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 장비 신호가 오면 마우스 이외 모든 키보드 입력 방지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087443"/>
                  </a:ext>
                </a:extLst>
              </a:tr>
              <a:tr h="6423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챕터 클리어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판정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보스를 </a:t>
                      </a:r>
                      <a:r>
                        <a:rPr lang="ko-KR" altLang="en-US" dirty="0" err="1"/>
                        <a:t>죽였을시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dirty="0"/>
                        <a:t>입력 방지 신호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dirty="0" err="1"/>
                        <a:t>챕터매니저</a:t>
                      </a:r>
                      <a:r>
                        <a:rPr lang="ko-KR" altLang="en-US" dirty="0"/>
                        <a:t> 신호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 </a:t>
                      </a:r>
                      <a:r>
                        <a:rPr lang="ko-KR" altLang="en-US" dirty="0" err="1"/>
                        <a:t>컷씬</a:t>
                      </a:r>
                      <a:r>
                        <a:rPr lang="ko-KR" altLang="en-US" dirty="0"/>
                        <a:t> 매니저 신호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9792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25BDF33-731F-1CB1-B103-C9A6FD5BB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62251"/>
              </p:ext>
            </p:extLst>
          </p:nvPr>
        </p:nvGraphicFramePr>
        <p:xfrm>
          <a:off x="64655" y="3498296"/>
          <a:ext cx="5024766" cy="3202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9890">
                  <a:extLst>
                    <a:ext uri="{9D8B030D-6E8A-4147-A177-3AD203B41FA5}">
                      <a16:colId xmlns:a16="http://schemas.microsoft.com/office/drawing/2014/main" val="2808042640"/>
                    </a:ext>
                  </a:extLst>
                </a:gridCol>
                <a:gridCol w="3934876">
                  <a:extLst>
                    <a:ext uri="{9D8B030D-6E8A-4147-A177-3AD203B41FA5}">
                      <a16:colId xmlns:a16="http://schemas.microsoft.com/office/drawing/2014/main" val="3872187969"/>
                    </a:ext>
                  </a:extLst>
                </a:gridCol>
              </a:tblGrid>
              <a:tr h="2003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HPManager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294643"/>
                  </a:ext>
                </a:extLst>
              </a:tr>
              <a:tr h="200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34379"/>
                  </a:ext>
                </a:extLst>
              </a:tr>
              <a:tr h="2003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HP</a:t>
                      </a:r>
                      <a:r>
                        <a:rPr lang="ko-KR" altLang="en-US" dirty="0"/>
                        <a:t> 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몬스터한테</a:t>
                      </a:r>
                      <a:r>
                        <a:rPr lang="ko-KR" altLang="en-US" dirty="0"/>
                        <a:t> 맞았다 신호 오면</a:t>
                      </a:r>
                      <a:r>
                        <a:rPr lang="en-US" altLang="ko-KR" dirty="0"/>
                        <a:t>}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-1</a:t>
                      </a:r>
                    </a:p>
                    <a:p>
                      <a:pPr algn="ctr" latinLnBrk="1"/>
                      <a:r>
                        <a:rPr lang="ko-KR" altLang="en-US" dirty="0"/>
                        <a:t>트랩에 걸렸다 신호오면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-1 </a:t>
                      </a:r>
                      <a:r>
                        <a:rPr lang="ko-KR" altLang="en-US" dirty="0"/>
                        <a:t>혹은 </a:t>
                      </a:r>
                      <a:r>
                        <a:rPr lang="en-US" altLang="ko-KR" dirty="0"/>
                        <a:t>-3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895683"/>
                  </a:ext>
                </a:extLst>
              </a:tr>
              <a:tr h="2003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HP </a:t>
                      </a:r>
                      <a:r>
                        <a:rPr lang="ko-KR" altLang="en-US" dirty="0"/>
                        <a:t>더하기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체력 회복 아이템 먹었다 신호오면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+1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087443"/>
                  </a:ext>
                </a:extLst>
              </a:tr>
              <a:tr h="6423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HP </a:t>
                      </a:r>
                      <a:r>
                        <a:rPr lang="ko-KR" altLang="en-US" dirty="0"/>
                        <a:t>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만약 </a:t>
                      </a:r>
                      <a:r>
                        <a:rPr lang="en-US" altLang="ko-KR" dirty="0"/>
                        <a:t>HP</a:t>
                      </a:r>
                      <a:r>
                        <a:rPr lang="ko-KR" altLang="en-US" dirty="0"/>
                        <a:t>가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이면 게임 매니저에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신호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97923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7022364-E59E-22C2-611A-018AF4AC3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272853"/>
              </p:ext>
            </p:extLst>
          </p:nvPr>
        </p:nvGraphicFramePr>
        <p:xfrm>
          <a:off x="5684982" y="3498295"/>
          <a:ext cx="5024766" cy="217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808042640"/>
                    </a:ext>
                  </a:extLst>
                </a:gridCol>
                <a:gridCol w="3145166">
                  <a:extLst>
                    <a:ext uri="{9D8B030D-6E8A-4147-A177-3AD203B41FA5}">
                      <a16:colId xmlns:a16="http://schemas.microsoft.com/office/drawing/2014/main" val="3872187969"/>
                    </a:ext>
                  </a:extLst>
                </a:gridCol>
              </a:tblGrid>
              <a:tr h="54435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ChapterManager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294643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34379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챕터 시작 판별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895683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챕터 종료 판별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08744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F298BB4-4E64-B65B-A03C-381094FC9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602234"/>
              </p:ext>
            </p:extLst>
          </p:nvPr>
        </p:nvGraphicFramePr>
        <p:xfrm>
          <a:off x="6705600" y="157018"/>
          <a:ext cx="5024766" cy="31334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9890">
                  <a:extLst>
                    <a:ext uri="{9D8B030D-6E8A-4147-A177-3AD203B41FA5}">
                      <a16:colId xmlns:a16="http://schemas.microsoft.com/office/drawing/2014/main" val="2808042640"/>
                    </a:ext>
                  </a:extLst>
                </a:gridCol>
                <a:gridCol w="3934876">
                  <a:extLst>
                    <a:ext uri="{9D8B030D-6E8A-4147-A177-3AD203B41FA5}">
                      <a16:colId xmlns:a16="http://schemas.microsoft.com/office/drawing/2014/main" val="3872187969"/>
                    </a:ext>
                  </a:extLst>
                </a:gridCol>
              </a:tblGrid>
              <a:tr h="54435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CutSceneManager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294643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34379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895683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087443"/>
                  </a:ext>
                </a:extLst>
              </a:tr>
              <a:tr h="95601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97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665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B0A7-FC9B-AC49-0816-B30BA73F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93231E6-01CF-8A1B-04B7-A3BA21080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901939"/>
              </p:ext>
            </p:extLst>
          </p:nvPr>
        </p:nvGraphicFramePr>
        <p:xfrm>
          <a:off x="1454728" y="551895"/>
          <a:ext cx="5024766" cy="217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1199">
                  <a:extLst>
                    <a:ext uri="{9D8B030D-6E8A-4147-A177-3AD203B41FA5}">
                      <a16:colId xmlns:a16="http://schemas.microsoft.com/office/drawing/2014/main" val="2808042640"/>
                    </a:ext>
                  </a:extLst>
                </a:gridCol>
                <a:gridCol w="3043567">
                  <a:extLst>
                    <a:ext uri="{9D8B030D-6E8A-4147-A177-3AD203B41FA5}">
                      <a16:colId xmlns:a16="http://schemas.microsoft.com/office/drawing/2014/main" val="3872187969"/>
                    </a:ext>
                  </a:extLst>
                </a:gridCol>
              </a:tblGrid>
              <a:tr h="54435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ShotManager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294643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34379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챕터 시작 판별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895683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챕터 종료 판별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087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895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와이드스크린</PresentationFormat>
  <Paragraphs>39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sungjun kim</dc:creator>
  <cp:lastModifiedBy>sungjun kim</cp:lastModifiedBy>
  <cp:revision>1</cp:revision>
  <dcterms:created xsi:type="dcterms:W3CDTF">2026-09-05T01:40:30Z</dcterms:created>
  <dcterms:modified xsi:type="dcterms:W3CDTF">2026-09-05T01:40:30Z</dcterms:modified>
</cp:coreProperties>
</file>