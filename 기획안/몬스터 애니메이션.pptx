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4266E-339D-CAE4-FD75-A45992EBD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A20513-0748-CEA7-AF93-13AC4A217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39B07-DA82-8DAB-9871-0831FEC6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A4C7D9-6CFE-59F9-6DB7-7168AE8F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4B8EA-BD83-B199-E816-4E3EFD6D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2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06559-0007-FC73-85C4-E6269848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113378-D1F9-3660-1A9A-252FA307B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644587-A0D8-1A2D-2A01-307F685F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F59D4-F178-8E40-B924-C71E1B60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384000-B6EE-3DC3-CB1F-43F484D8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71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AC5AF-7E2E-9CD6-ED00-CDD92E360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FC1E4D-B881-5959-D4C7-9386BA05C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53C54-6240-D78D-6692-563FF544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C7AC4-3DBA-E8EC-446A-052EABE6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429259-4DF8-4DC8-6E6A-63E46C0F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75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22353-50B5-1459-231C-55C1D406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39147-88BB-8C76-90CA-78B2B4A02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3A1CE-BD15-C453-F478-2936E58F1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AA4423-CD43-BCF3-05A7-6A028DA9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71F2-ED73-057A-AC9C-BC74C8D78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79BF01-0B34-FCC6-D6D4-3E12DB7C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7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40506-2544-0BE7-54CC-289C2DC3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B5004-DD93-4B3E-7F67-CD9E5B482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064E3D-290D-5768-ACA0-D71195358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098F2C-400C-9A34-60F4-0452C9EE5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949B22-5D14-EA7A-4306-1412EAD9C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2F0A47-573D-6E59-D747-5CB2D0DB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CA4F79-F077-1AC1-96DB-6E8590F1A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1CDAAD-DD11-AD46-396F-F480A999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64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9FDEC-7039-B39A-CC57-806DA35D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48D753-65E3-CC09-82B2-FE9E3A47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78934A-1E73-B964-BF40-F06247A4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11B0FD-69D2-38D7-C4DA-F590979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84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EA54A9-9D4A-0B11-BB1B-237C870C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9F3812-CABB-485D-C1F2-1A118338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E2E71C-CB51-3900-D299-3BA2017A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676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606E2-D586-6EDB-6DD2-C9F9FC54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CE971-206D-662B-E210-200674B0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B18E71-56D3-1A23-6A54-1008214A4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F166D4-890D-AE77-6A36-4931EF70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4EF001-545A-FC72-3D54-B33A4161E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3C3C03-2B5A-FCBF-57CE-A2BA284E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27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79270-AF00-FB13-09EA-E7B500E4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37E7ED-DD92-A92D-19C2-06B546EBB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9AB5A0-EE35-B0B4-2494-06F4730E9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CBC438-9747-B9C6-3A3B-8393F5EB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7CF8A-BFAB-6D5A-0202-73550921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47C5E2-D706-18EF-00DF-6306E9F8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00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7F431-37E3-1CE7-33B9-C2EF6012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0C8720-0F01-074E-2F1A-982CD6447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397C9-D399-C17F-D6D3-0BECE800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B0D240-3FBD-353A-46DD-51651D1F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27A1A-FEC5-B522-36B3-600B38A6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26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2B3474-F745-6446-C59E-AC2DB5E92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DBFEFC-AD31-B6C4-5B1C-988FB977B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CFBF5-02ED-5D6A-1CF9-8DC2D406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DD5F5-B772-3531-7F77-D483B0BC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2A63B-DD31-7D24-FAE4-3D8BA757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8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8C1152-AA83-286C-2E3C-77C49BB4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41CD1C-0CC2-1345-333B-1BAC75F5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287B1-9375-BED2-E200-1CA07140B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6BC1F-4298-4300-A51F-0ACDF791CB8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773BA-8ED6-6FF4-D40A-E359BB49D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2BAA6-B650-7F46-3B7A-0C745C3AB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B605C-7330-439E-A3D1-B751239638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75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55D38AC-4B29-18EB-2BD5-23DC844F0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64" b="52686"/>
          <a:stretch>
            <a:fillRect/>
          </a:stretch>
        </p:blipFill>
        <p:spPr>
          <a:xfrm>
            <a:off x="10756674" y="385762"/>
            <a:ext cx="1331367" cy="15525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7BBFA46-8185-5B36-C46C-B4CD8D071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195" y="4676775"/>
            <a:ext cx="1704975" cy="170497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304680-C627-C710-3F09-4438E6C505B5}"/>
              </a:ext>
            </a:extLst>
          </p:cNvPr>
          <p:cNvSpPr/>
          <p:nvPr/>
        </p:nvSpPr>
        <p:spPr>
          <a:xfrm>
            <a:off x="-76200" y="6219825"/>
            <a:ext cx="12268200" cy="63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C42C385-24F0-4875-A9E7-909D60C1AD8B}"/>
              </a:ext>
            </a:extLst>
          </p:cNvPr>
          <p:cNvSpPr/>
          <p:nvPr/>
        </p:nvSpPr>
        <p:spPr>
          <a:xfrm>
            <a:off x="5370908" y="4876800"/>
            <a:ext cx="620318" cy="571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5E19822-C127-4897-9C11-1F8CD83790A7}"/>
              </a:ext>
            </a:extLst>
          </p:cNvPr>
          <p:cNvCxnSpPr/>
          <p:nvPr/>
        </p:nvCxnSpPr>
        <p:spPr>
          <a:xfrm flipH="1">
            <a:off x="5991226" y="1381125"/>
            <a:ext cx="4765448" cy="34956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0C25AE7-40E7-E8B6-9CCC-BDFD4B10C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52171"/>
              </p:ext>
            </p:extLst>
          </p:nvPr>
        </p:nvGraphicFramePr>
        <p:xfrm>
          <a:off x="1933906" y="663257"/>
          <a:ext cx="5559551" cy="16438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5826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Idle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적인 </a:t>
                      </a:r>
                      <a:r>
                        <a:rPr lang="en-US" altLang="ko-KR" dirty="0" err="1"/>
                        <a:t>cctv</a:t>
                      </a:r>
                      <a:r>
                        <a:rPr lang="en-US" altLang="ko-KR" dirty="0"/>
                        <a:t>  </a:t>
                      </a:r>
                      <a:r>
                        <a:rPr lang="ko-KR" altLang="en-US" dirty="0"/>
                        <a:t>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만약 </a:t>
                      </a:r>
                      <a:r>
                        <a:rPr lang="ko-KR" altLang="en-US" dirty="0" err="1"/>
                        <a:t>빨간점에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플레이어가 </a:t>
                      </a:r>
                      <a:r>
                        <a:rPr lang="ko-KR" altLang="en-US" dirty="0" err="1"/>
                        <a:t>닿을시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빨간레이저가</a:t>
                      </a:r>
                      <a:r>
                        <a:rPr lang="ko-KR" altLang="en-US" dirty="0"/>
                        <a:t> 즉발로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 err="1"/>
                        <a:t>Cctv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 err="1"/>
                        <a:t>빨간점으로</a:t>
                      </a:r>
                      <a:r>
                        <a:rPr lang="ko-KR" altLang="en-US" dirty="0"/>
                        <a:t> 발사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645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414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F08D-8E9D-2A63-981E-83CDBE85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1E43BDF-4016-3C82-86FD-26D6C4E4D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377053"/>
              </p:ext>
            </p:extLst>
          </p:nvPr>
        </p:nvGraphicFramePr>
        <p:xfrm>
          <a:off x="296800" y="234632"/>
          <a:ext cx="3275075" cy="1003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95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412121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Idle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</a:t>
                      </a:r>
                      <a:r>
                        <a:rPr lang="ko-KR" altLang="en-US" dirty="0" err="1"/>
                        <a:t>일반몹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idle</a:t>
                      </a:r>
                      <a:r>
                        <a:rPr lang="ko-KR" altLang="en-US" dirty="0"/>
                        <a:t>상태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E564299-46A6-A742-C95E-45195DCCF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913509"/>
              </p:ext>
            </p:extLst>
          </p:nvPr>
        </p:nvGraphicFramePr>
        <p:xfrm>
          <a:off x="296800" y="1525187"/>
          <a:ext cx="3275075" cy="1081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700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441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카메라 영역 </a:t>
                      </a:r>
                      <a:r>
                        <a:rPr lang="en-US" altLang="ko-KR" dirty="0"/>
                        <a:t>in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Battle</a:t>
                      </a:r>
                      <a:r>
                        <a:rPr lang="ko-KR" altLang="en-US" dirty="0"/>
                        <a:t>시작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Idle</a:t>
                      </a:r>
                      <a:r>
                        <a:rPr lang="ko-KR" altLang="en-US" dirty="0"/>
                        <a:t>상태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DD5FB76-2AA7-4D3D-5A85-E24FD570E950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1934337" y="1238356"/>
            <a:ext cx="0" cy="286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D1E2620-35B3-5CCB-382F-217F5B809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77351"/>
              </p:ext>
            </p:extLst>
          </p:nvPr>
        </p:nvGraphicFramePr>
        <p:xfrm>
          <a:off x="113538" y="2867717"/>
          <a:ext cx="4838700" cy="12129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956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3563744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294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4548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플레이어한테 접근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</a:t>
                      </a:r>
                      <a:r>
                        <a:rPr lang="ko-KR" altLang="en-US" dirty="0" err="1"/>
                        <a:t>일반몹</a:t>
                      </a:r>
                      <a:r>
                        <a:rPr lang="ko-KR" altLang="en-US" dirty="0"/>
                        <a:t> 움직임애니메이션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3923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3~5</a:t>
                      </a:r>
                      <a:r>
                        <a:rPr lang="ko-KR" altLang="en-US" dirty="0"/>
                        <a:t>초간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214135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8D46743-10F4-381F-FBDF-93416DD4D85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1934337" y="2606379"/>
            <a:ext cx="598551" cy="26133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8F0472E-1982-65A7-2E32-D06F1385FA61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flipH="1">
            <a:off x="2389249" y="4080664"/>
            <a:ext cx="143639" cy="3260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6E0E18B-9083-4999-E625-9EE7E2E43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572614"/>
              </p:ext>
            </p:extLst>
          </p:nvPr>
        </p:nvGraphicFramePr>
        <p:xfrm>
          <a:off x="608074" y="4406697"/>
          <a:ext cx="3562350" cy="1003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205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020296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접근 완료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47576DD7-8708-519A-DDC9-63F0BE3A9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55639"/>
              </p:ext>
            </p:extLst>
          </p:nvPr>
        </p:nvGraphicFramePr>
        <p:xfrm>
          <a:off x="47625" y="5515667"/>
          <a:ext cx="4838700" cy="12129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956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3563744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294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4548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플레이어한테 접근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</a:t>
                      </a:r>
                      <a:r>
                        <a:rPr lang="ko-KR" altLang="en-US" dirty="0" err="1"/>
                        <a:t>일반몹</a:t>
                      </a:r>
                      <a:r>
                        <a:rPr lang="ko-KR" altLang="en-US" dirty="0"/>
                        <a:t> 움직임애니메이션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3923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3~5</a:t>
                      </a:r>
                      <a:r>
                        <a:rPr lang="ko-KR" altLang="en-US" dirty="0"/>
                        <a:t>초간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214135"/>
                  </a:ext>
                </a:extLst>
              </a:tr>
            </a:tbl>
          </a:graphicData>
        </a:graphic>
      </p:graphicFrame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2822F00-60A0-EBB1-1905-9E81393E08A4}"/>
              </a:ext>
            </a:extLst>
          </p:cNvPr>
          <p:cNvCxnSpPr>
            <a:cxnSpLocks/>
          </p:cNvCxnSpPr>
          <p:nvPr/>
        </p:nvCxnSpPr>
        <p:spPr>
          <a:xfrm>
            <a:off x="2305431" y="5332813"/>
            <a:ext cx="83818" cy="3059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그림 38">
            <a:extLst>
              <a:ext uri="{FF2B5EF4-FFF2-40B4-BE49-F238E27FC236}">
                <a16:creationId xmlns:a16="http://schemas.microsoft.com/office/drawing/2014/main" id="{A15AA06C-1E0B-CD15-9412-D8BDA5BF3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" t="50000" r="67110"/>
          <a:stretch>
            <a:fillRect/>
          </a:stretch>
        </p:blipFill>
        <p:spPr>
          <a:xfrm>
            <a:off x="7523988" y="3693008"/>
            <a:ext cx="2037604" cy="182265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9C0348A-2FE1-6744-F825-6FBAAC32B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02" t="4927" r="4304" b="44042"/>
          <a:stretch>
            <a:fillRect/>
          </a:stretch>
        </p:blipFill>
        <p:spPr>
          <a:xfrm>
            <a:off x="5133464" y="3572921"/>
            <a:ext cx="1925071" cy="206283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8064304-48EE-F7B8-0421-A1AF3B4EC429}"/>
              </a:ext>
            </a:extLst>
          </p:cNvPr>
          <p:cNvSpPr txBox="1"/>
          <p:nvPr/>
        </p:nvSpPr>
        <p:spPr>
          <a:xfrm>
            <a:off x="5534025" y="3164992"/>
            <a:ext cx="41152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공격 모션</a:t>
            </a:r>
            <a:r>
              <a:rPr lang="en-US" altLang="ko-KR" dirty="0"/>
              <a:t>3,4</a:t>
            </a:r>
            <a:r>
              <a:rPr lang="ko-KR" altLang="en-US" dirty="0"/>
              <a:t>동안 데미지 </a:t>
            </a:r>
            <a:r>
              <a:rPr lang="en-US" altLang="ko-KR" dirty="0"/>
              <a:t>collider</a:t>
            </a:r>
            <a:r>
              <a:rPr lang="ko-KR" altLang="en-US" dirty="0"/>
              <a:t>생성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43809A-2C71-FA79-E722-4B5AC3BBD0C4}"/>
              </a:ext>
            </a:extLst>
          </p:cNvPr>
          <p:cNvSpPr/>
          <p:nvPr/>
        </p:nvSpPr>
        <p:spPr>
          <a:xfrm>
            <a:off x="5219700" y="3572921"/>
            <a:ext cx="1694939" cy="1837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57F4C29-1771-D2C9-CFBD-2168E699CFE9}"/>
              </a:ext>
            </a:extLst>
          </p:cNvPr>
          <p:cNvSpPr/>
          <p:nvPr/>
        </p:nvSpPr>
        <p:spPr>
          <a:xfrm>
            <a:off x="7380092" y="3534545"/>
            <a:ext cx="2181500" cy="1837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77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4B83-A8FC-3A2E-84AE-C8B87EF1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4EF8AA-C46E-C35F-5923-CB1F8BABD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9" r="74375" b="54057"/>
          <a:stretch>
            <a:fillRect/>
          </a:stretch>
        </p:blipFill>
        <p:spPr>
          <a:xfrm>
            <a:off x="6848477" y="1472897"/>
            <a:ext cx="1771650" cy="154479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8783B8A-EC3C-D308-ABC0-3D85B3E89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23255"/>
              </p:ext>
            </p:extLst>
          </p:nvPr>
        </p:nvGraphicFramePr>
        <p:xfrm>
          <a:off x="296800" y="234632"/>
          <a:ext cx="3275075" cy="1003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95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412121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Idle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</a:t>
                      </a:r>
                      <a:r>
                        <a:rPr lang="ko-KR" altLang="en-US" dirty="0" err="1"/>
                        <a:t>일반몹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idle</a:t>
                      </a:r>
                      <a:r>
                        <a:rPr lang="ko-KR" altLang="en-US" dirty="0"/>
                        <a:t>상태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A0DDAE-6E3A-F67D-3366-9F80D73EB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742876"/>
              </p:ext>
            </p:extLst>
          </p:nvPr>
        </p:nvGraphicFramePr>
        <p:xfrm>
          <a:off x="296800" y="1525187"/>
          <a:ext cx="3275075" cy="1081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116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1853911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441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카메라 영역 </a:t>
                      </a:r>
                      <a:r>
                        <a:rPr lang="en-US" altLang="ko-KR" dirty="0"/>
                        <a:t>in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Battle</a:t>
                      </a:r>
                      <a:r>
                        <a:rPr lang="ko-KR" altLang="en-US" dirty="0"/>
                        <a:t>시작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Idle</a:t>
                      </a:r>
                      <a:r>
                        <a:rPr lang="ko-KR" altLang="en-US" dirty="0"/>
                        <a:t>상태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AE8D3B1-38CC-5192-2891-29A1EA44BAC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934337" y="1238356"/>
            <a:ext cx="0" cy="286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41A9E10-18F0-B501-BBD4-D24A6D9A0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996137"/>
              </p:ext>
            </p:extLst>
          </p:nvPr>
        </p:nvGraphicFramePr>
        <p:xfrm>
          <a:off x="113538" y="3429000"/>
          <a:ext cx="4838700" cy="1398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0537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828163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294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45484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정해진 </a:t>
                      </a:r>
                      <a:r>
                        <a:rPr lang="en-US" altLang="ko-KR" dirty="0"/>
                        <a:t>y</a:t>
                      </a:r>
                      <a:r>
                        <a:rPr lang="ko-KR" altLang="en-US" dirty="0"/>
                        <a:t>축으로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축 좌우 반복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</a:t>
                      </a:r>
                      <a:r>
                        <a:rPr lang="ko-KR" altLang="en-US" dirty="0" err="1"/>
                        <a:t>일반몹</a:t>
                      </a:r>
                      <a:r>
                        <a:rPr lang="ko-KR" altLang="en-US" dirty="0"/>
                        <a:t> 움직임애니메이션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3923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r>
                        <a:rPr lang="ko-KR" altLang="en-US" dirty="0" err="1"/>
                        <a:t>초뒤에</a:t>
                      </a:r>
                      <a:r>
                        <a:rPr lang="ko-KR" altLang="en-US" dirty="0"/>
                        <a:t> 좌우 변화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214135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55C4B4C-B070-6CF9-1B22-104732CAD5E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934337" y="2606379"/>
            <a:ext cx="598551" cy="82262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0DA8A0F-97D7-82B5-0E62-CE319656F43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532888" y="4827186"/>
            <a:ext cx="0" cy="8892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8A41654-E633-0141-6F08-8ED217288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698710"/>
              </p:ext>
            </p:extLst>
          </p:nvPr>
        </p:nvGraphicFramePr>
        <p:xfrm>
          <a:off x="960499" y="5716408"/>
          <a:ext cx="3562350" cy="9431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205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020296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441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501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좌우 </a:t>
                      </a:r>
                      <a:r>
                        <a:rPr lang="ko-KR" altLang="en-US" dirty="0" err="1"/>
                        <a:t>변환전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89D752-9520-5C9C-DB49-6F52820B4FE5}"/>
              </a:ext>
            </a:extLst>
          </p:cNvPr>
          <p:cNvCxnSpPr>
            <a:cxnSpLocks/>
          </p:cNvCxnSpPr>
          <p:nvPr/>
        </p:nvCxnSpPr>
        <p:spPr>
          <a:xfrm flipV="1">
            <a:off x="3114675" y="4827186"/>
            <a:ext cx="0" cy="82262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193CB6E-D613-8483-EEA7-D0E0D1C3D695}"/>
              </a:ext>
            </a:extLst>
          </p:cNvPr>
          <p:cNvSpPr/>
          <p:nvPr/>
        </p:nvSpPr>
        <p:spPr>
          <a:xfrm>
            <a:off x="6505575" y="2947987"/>
            <a:ext cx="240982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283019BD-6369-B8D8-6D2C-5F975E4E6880}"/>
              </a:ext>
            </a:extLst>
          </p:cNvPr>
          <p:cNvSpPr/>
          <p:nvPr/>
        </p:nvSpPr>
        <p:spPr>
          <a:xfrm rot="10800000">
            <a:off x="6505575" y="3357564"/>
            <a:ext cx="240982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1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BC674-DF24-E3FA-4BAF-DC2133BC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8A09AB-F1E5-23A0-12E1-C8B81A646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3962" y="1343196"/>
            <a:ext cx="5642110" cy="476553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86E3B0-3ED7-3092-3ADB-FC02F5083B62}"/>
              </a:ext>
            </a:extLst>
          </p:cNvPr>
          <p:cNvSpPr/>
          <p:nvPr/>
        </p:nvSpPr>
        <p:spPr>
          <a:xfrm>
            <a:off x="0" y="5966690"/>
            <a:ext cx="12192000" cy="89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075ACC-E93B-18D6-0ED2-9874DAD77D37}"/>
              </a:ext>
            </a:extLst>
          </p:cNvPr>
          <p:cNvSpPr/>
          <p:nvPr/>
        </p:nvSpPr>
        <p:spPr>
          <a:xfrm>
            <a:off x="318952" y="4895272"/>
            <a:ext cx="1699491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4F1D86-6CCA-BD79-E040-DC2F995AB5F7}"/>
              </a:ext>
            </a:extLst>
          </p:cNvPr>
          <p:cNvSpPr/>
          <p:nvPr/>
        </p:nvSpPr>
        <p:spPr>
          <a:xfrm>
            <a:off x="2207491" y="3098801"/>
            <a:ext cx="1662545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26A225-E234-428F-6BC6-9A609F27C4AD}"/>
              </a:ext>
            </a:extLst>
          </p:cNvPr>
          <p:cNvSpPr/>
          <p:nvPr/>
        </p:nvSpPr>
        <p:spPr>
          <a:xfrm>
            <a:off x="4010217" y="1500910"/>
            <a:ext cx="1550073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0D7FBC9-279B-C224-0917-4867ADB75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5400000">
            <a:off x="121525" y="3807328"/>
            <a:ext cx="1570658" cy="79737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B99D24B-44B0-835D-2EC6-24B2B34E7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5400000">
            <a:off x="2168952" y="2906726"/>
            <a:ext cx="2024781" cy="10279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60E2C2F-E9DC-6C3B-6564-A3FCE6FE5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5400000">
            <a:off x="4109126" y="572242"/>
            <a:ext cx="2243741" cy="1139081"/>
          </a:xfrm>
          <a:prstGeom prst="rect">
            <a:avLst/>
          </a:prstGeom>
        </p:spPr>
      </p:pic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8AE68B3-46D7-964C-8BEF-91F7EC522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97721"/>
              </p:ext>
            </p:extLst>
          </p:nvPr>
        </p:nvGraphicFramePr>
        <p:xfrm>
          <a:off x="5057144" y="3889432"/>
          <a:ext cx="434236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429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458066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3007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30432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랜덤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미사일 공격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3591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개의 미사일은 땅에 닿으면 폭파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27227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폭파 애니메이션은 미사일</a:t>
                      </a:r>
                      <a:r>
                        <a:rPr lang="en-US" altLang="ko-KR" dirty="0"/>
                        <a:t>16.prefab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66725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4~7</a:t>
                      </a:r>
                      <a:r>
                        <a:rPr lang="ko-KR" altLang="en-US" dirty="0"/>
                        <a:t>개 발사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51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31A8-51CB-805D-3529-7862A7E2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3DD234-3AA5-FB35-3DFF-B0E45CC82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3962" y="1343196"/>
            <a:ext cx="5642110" cy="476553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A4F63D-522D-C5F9-EE74-5F3274B3A9BE}"/>
              </a:ext>
            </a:extLst>
          </p:cNvPr>
          <p:cNvSpPr/>
          <p:nvPr/>
        </p:nvSpPr>
        <p:spPr>
          <a:xfrm>
            <a:off x="0" y="5966690"/>
            <a:ext cx="12192000" cy="89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DAC9D3-EAFE-0E73-EB7D-381BCF6946BA}"/>
              </a:ext>
            </a:extLst>
          </p:cNvPr>
          <p:cNvSpPr/>
          <p:nvPr/>
        </p:nvSpPr>
        <p:spPr>
          <a:xfrm>
            <a:off x="318952" y="4895272"/>
            <a:ext cx="1699491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F31C62-83FA-2E0C-68D4-8576C1CD578E}"/>
              </a:ext>
            </a:extLst>
          </p:cNvPr>
          <p:cNvSpPr/>
          <p:nvPr/>
        </p:nvSpPr>
        <p:spPr>
          <a:xfrm>
            <a:off x="2207491" y="3098801"/>
            <a:ext cx="1662545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D76A6F-60E2-1152-DA0F-0E524D197953}"/>
              </a:ext>
            </a:extLst>
          </p:cNvPr>
          <p:cNvSpPr/>
          <p:nvPr/>
        </p:nvSpPr>
        <p:spPr>
          <a:xfrm>
            <a:off x="4010217" y="1500910"/>
            <a:ext cx="1550073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B7E81AC-22A1-32B0-6E37-AA7CE634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746597"/>
              </p:ext>
            </p:extLst>
          </p:nvPr>
        </p:nvGraphicFramePr>
        <p:xfrm>
          <a:off x="5331455" y="154476"/>
          <a:ext cx="434236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5111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3137249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3007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30432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랜덤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빨간색 선에서 초록색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선까지 레이저가 발사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3591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 err="1"/>
                        <a:t>초동안</a:t>
                      </a:r>
                      <a:r>
                        <a:rPr lang="ko-KR" altLang="en-US" dirty="0"/>
                        <a:t> 발사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27227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스나이퍼</a:t>
                      </a:r>
                      <a:r>
                        <a:rPr lang="en-US" altLang="ko-KR" dirty="0"/>
                        <a:t>_0.prefab</a:t>
                      </a:r>
                      <a:r>
                        <a:rPr lang="ko-KR" altLang="en-US" dirty="0"/>
                        <a:t>을 이용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66725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발사하는동안</a:t>
                      </a:r>
                      <a:r>
                        <a:rPr lang="ko-KR" altLang="en-US" dirty="0"/>
                        <a:t> 무지개색으로 </a:t>
                      </a:r>
                      <a:r>
                        <a:rPr lang="ko-KR" altLang="en-US" dirty="0" err="1"/>
                        <a:t>그라데이션으로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바뀌어야함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7571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29F94FA0-A264-1CA5-6121-F7105B4D8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5390392"/>
            <a:ext cx="9444981" cy="8126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4CADDC-0E23-4639-8634-F32F880FA91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8176">
            <a:off x="913804" y="3022650"/>
            <a:ext cx="9444981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4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DB2D-94B0-27C4-E4CA-7A1223F7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BC3255-44EF-6164-A642-B9E64FED2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3962" y="1343196"/>
            <a:ext cx="5642110" cy="476553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37CCCF-F3B0-A488-F362-B719C4F9A6EE}"/>
              </a:ext>
            </a:extLst>
          </p:cNvPr>
          <p:cNvSpPr/>
          <p:nvPr/>
        </p:nvSpPr>
        <p:spPr>
          <a:xfrm>
            <a:off x="0" y="5966690"/>
            <a:ext cx="12192000" cy="89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F8BAC6-6882-2662-7BC2-4A606680CA54}"/>
              </a:ext>
            </a:extLst>
          </p:cNvPr>
          <p:cNvSpPr/>
          <p:nvPr/>
        </p:nvSpPr>
        <p:spPr>
          <a:xfrm>
            <a:off x="318952" y="4895272"/>
            <a:ext cx="1699491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8DCF6E-6843-C654-2A16-11CA918A9E30}"/>
              </a:ext>
            </a:extLst>
          </p:cNvPr>
          <p:cNvSpPr/>
          <p:nvPr/>
        </p:nvSpPr>
        <p:spPr>
          <a:xfrm>
            <a:off x="2207491" y="3098801"/>
            <a:ext cx="1662545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6E73D3-C942-AA18-A87D-EF24982778BB}"/>
              </a:ext>
            </a:extLst>
          </p:cNvPr>
          <p:cNvSpPr/>
          <p:nvPr/>
        </p:nvSpPr>
        <p:spPr>
          <a:xfrm>
            <a:off x="4010217" y="1500910"/>
            <a:ext cx="1550073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91FC999-B854-D9A8-D5C7-8D805326A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9" r="74375" b="54057"/>
          <a:stretch>
            <a:fillRect/>
          </a:stretch>
        </p:blipFill>
        <p:spPr>
          <a:xfrm>
            <a:off x="435841" y="14658"/>
            <a:ext cx="1771650" cy="15447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3922A8-CDFF-83D7-69D9-68994069B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9" r="74375" b="54057"/>
          <a:stretch>
            <a:fillRect/>
          </a:stretch>
        </p:blipFill>
        <p:spPr>
          <a:xfrm>
            <a:off x="6511360" y="105915"/>
            <a:ext cx="1771650" cy="1544792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D684612-56D5-5ECD-CF73-FADE00031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492109"/>
              </p:ext>
            </p:extLst>
          </p:nvPr>
        </p:nvGraphicFramePr>
        <p:xfrm>
          <a:off x="4962001" y="3429000"/>
          <a:ext cx="4342360" cy="1444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5111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3137249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261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26107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랜덤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원거리몹을</a:t>
                      </a:r>
                      <a:r>
                        <a:rPr lang="ko-KR" altLang="en-US" dirty="0"/>
                        <a:t> 소환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71321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원거리 </a:t>
                      </a:r>
                      <a:r>
                        <a:rPr lang="ko-KR" altLang="en-US" dirty="0" err="1"/>
                        <a:t>몹이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살아있는동안</a:t>
                      </a:r>
                      <a:r>
                        <a:rPr lang="ko-KR" altLang="en-US" dirty="0"/>
                        <a:t> 소환불가능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2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64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5641-BEBB-DF42-ACA5-9AF284E0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64D227-5324-566D-8EFB-268A8497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3962" y="1343196"/>
            <a:ext cx="5642110" cy="476553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D0A136-BF11-B73C-9690-4236A2D367ED}"/>
              </a:ext>
            </a:extLst>
          </p:cNvPr>
          <p:cNvSpPr/>
          <p:nvPr/>
        </p:nvSpPr>
        <p:spPr>
          <a:xfrm>
            <a:off x="0" y="5966690"/>
            <a:ext cx="12192000" cy="891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2ABB91-1EB0-BD5C-DB29-A14C89832A1C}"/>
              </a:ext>
            </a:extLst>
          </p:cNvPr>
          <p:cNvSpPr/>
          <p:nvPr/>
        </p:nvSpPr>
        <p:spPr>
          <a:xfrm>
            <a:off x="318952" y="4895272"/>
            <a:ext cx="1699491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A04C53-7D78-15AE-9B71-70E19650F053}"/>
              </a:ext>
            </a:extLst>
          </p:cNvPr>
          <p:cNvSpPr/>
          <p:nvPr/>
        </p:nvSpPr>
        <p:spPr>
          <a:xfrm>
            <a:off x="2207491" y="3098801"/>
            <a:ext cx="1662545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878DB6-5BE6-18B6-B413-B172ED88741B}"/>
              </a:ext>
            </a:extLst>
          </p:cNvPr>
          <p:cNvSpPr/>
          <p:nvPr/>
        </p:nvSpPr>
        <p:spPr>
          <a:xfrm>
            <a:off x="4010217" y="1500910"/>
            <a:ext cx="1550073" cy="461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E80B98B-34F2-9832-78CF-46DE7AFE9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10800000">
            <a:off x="2018443" y="4670590"/>
            <a:ext cx="2243741" cy="1139081"/>
          </a:xfrm>
          <a:prstGeom prst="rect">
            <a:avLst/>
          </a:prstGeom>
        </p:spPr>
      </p:pic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AF095E9-609B-22B7-BB52-1F0C0FBEE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13938"/>
              </p:ext>
            </p:extLst>
          </p:nvPr>
        </p:nvGraphicFramePr>
        <p:xfrm>
          <a:off x="5057144" y="3889432"/>
          <a:ext cx="4342360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4294">
                  <a:extLst>
                    <a:ext uri="{9D8B030D-6E8A-4147-A177-3AD203B41FA5}">
                      <a16:colId xmlns:a16="http://schemas.microsoft.com/office/drawing/2014/main" val="3234171030"/>
                    </a:ext>
                  </a:extLst>
                </a:gridCol>
                <a:gridCol w="2458066">
                  <a:extLst>
                    <a:ext uri="{9D8B030D-6E8A-4147-A177-3AD203B41FA5}">
                      <a16:colId xmlns:a16="http://schemas.microsoft.com/office/drawing/2014/main" val="356375298"/>
                    </a:ext>
                  </a:extLst>
                </a:gridCol>
              </a:tblGrid>
              <a:tr h="3007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34788"/>
                  </a:ext>
                </a:extLst>
              </a:tr>
              <a:tr h="30432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랜덤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미사일 공격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34679"/>
                  </a:ext>
                </a:extLst>
              </a:tr>
              <a:tr h="3591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속도는 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27227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폭파 애니메이션은 미사일</a:t>
                      </a:r>
                      <a:r>
                        <a:rPr lang="en-US" altLang="ko-KR" dirty="0"/>
                        <a:t>16.prefab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66725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최대 </a:t>
                      </a:r>
                      <a:r>
                        <a:rPr lang="en-US" altLang="ko-KR"/>
                        <a:t>7~10</a:t>
                      </a:r>
                      <a:r>
                        <a:rPr lang="ko-KR" altLang="en-US"/>
                        <a:t>개생성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4946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9027B2F3-6E0B-D780-1708-D464B8FE5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10800000">
            <a:off x="5136032" y="2760169"/>
            <a:ext cx="2243741" cy="113908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870FE24-38C0-66D6-60BB-A1F208DD5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10800000">
            <a:off x="3852259" y="1554929"/>
            <a:ext cx="2243741" cy="11390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684AC95-4518-AB13-E3AD-A9338543E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59" b="22945"/>
          <a:stretch>
            <a:fillRect/>
          </a:stretch>
        </p:blipFill>
        <p:spPr>
          <a:xfrm rot="10800000">
            <a:off x="5850221" y="680589"/>
            <a:ext cx="2243741" cy="113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83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D16B-10DD-97AD-F988-3615B6C7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538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9118-1D64-7F62-B750-54775C23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483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190B-74E5-2EE0-3313-ADB70782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6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171</Words>
  <Application>Microsoft Office PowerPoint</Application>
  <PresentationFormat>와이드스크린</PresentationFormat>
  <Paragraphs>77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sungjun kim</dc:creator>
  <cp:lastModifiedBy>sungjun kim</cp:lastModifiedBy>
  <cp:revision>5</cp:revision>
  <dcterms:created xsi:type="dcterms:W3CDTF">2026-09-03T21:40:29Z</dcterms:created>
  <dcterms:modified xsi:type="dcterms:W3CDTF">2026-09-22T07:40:07Z</dcterms:modified>
</cp:coreProperties>
</file>